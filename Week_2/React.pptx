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2" r:id="rId6"/>
    <p:sldId id="266" r:id="rId7"/>
    <p:sldId id="267" r:id="rId8"/>
    <p:sldId id="269" r:id="rId9"/>
    <p:sldId id="268" r:id="rId10"/>
    <p:sldId id="270" r:id="rId11"/>
    <p:sldId id="273" r:id="rId12"/>
    <p:sldId id="274" r:id="rId13"/>
    <p:sldId id="275" r:id="rId14"/>
    <p:sldId id="272" r:id="rId15"/>
    <p:sldId id="271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5" r:id="rId25"/>
    <p:sldId id="284" r:id="rId26"/>
    <p:sldId id="286" r:id="rId27"/>
    <p:sldId id="287" r:id="rId28"/>
    <p:sldId id="288" r:id="rId29"/>
    <p:sldId id="289" r:id="rId30"/>
    <p:sldId id="290" r:id="rId31"/>
    <p:sldId id="292" r:id="rId32"/>
    <p:sldId id="291" r:id="rId33"/>
    <p:sldId id="293" r:id="rId34"/>
    <p:sldId id="29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3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267" y="3116671"/>
            <a:ext cx="3905795" cy="34294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Pascal-case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‘Home’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010AB9-39DC-41AF-70C6-986685BA6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6" y="3766215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Delete app.css &amp; remove its reference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&lt;body&gt; &amp; &lt;p&gt; elements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create a header using semantic html.</a:t>
            </a:r>
          </a:p>
          <a:p>
            <a:r>
              <a:rPr lang="en-US" dirty="0"/>
              <a:t>Within the header element, include a welcome message that reads: “Welcome {</a:t>
            </a:r>
            <a:r>
              <a:rPr lang="en-US" dirty="0" err="1"/>
              <a:t>user.Prefix</a:t>
            </a:r>
            <a:r>
              <a:rPr lang="en-US" dirty="0"/>
              <a:t>} {</a:t>
            </a:r>
            <a:r>
              <a:rPr lang="en-US" dirty="0" err="1"/>
              <a:t>user.LastName</a:t>
            </a:r>
            <a:r>
              <a:rPr lang="en-US" dirty="0"/>
              <a:t>}! Time since last incident: {</a:t>
            </a:r>
            <a:r>
              <a:rPr lang="en-US" dirty="0" err="1"/>
              <a:t>dummyTimeValue</a:t>
            </a:r>
            <a:r>
              <a:rPr lang="en-US" dirty="0"/>
              <a:t>}” </a:t>
            </a:r>
          </a:p>
          <a:p>
            <a:r>
              <a:rPr lang="en-US" dirty="0"/>
              <a:t>The data should come from an object in your component that stores your own name, the time value may be faked or left empty for now</a:t>
            </a:r>
          </a:p>
          <a:p>
            <a:r>
              <a:rPr lang="en-US" dirty="0"/>
              <a:t>Also include two links for ‘Home’ and ‘Incidents’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68433" y="3072518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‘Home’ component, under the header, nest a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provided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‘Incident’ component</a:t>
            </a:r>
          </a:p>
          <a:p>
            <a:r>
              <a:rPr lang="en-US" dirty="0"/>
              <a:t>Style the Incident component into a card that displays the incident id, priority, severity, and status fields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165F0-AC1B-F1D0-07B9-660B830EB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220" y="4401670"/>
            <a:ext cx="2289077" cy="19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used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F7FB4-FEC9-EBDC-B712-18913980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76" y="4301422"/>
            <a:ext cx="4474772" cy="168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DE725-1CDE-DC05-9B0B-F6EF7E4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8832B-2AB9-5271-6004-609F75E54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108581" cy="448404"/>
          </a:xfrm>
        </p:spPr>
        <p:txBody>
          <a:bodyPr/>
          <a:lstStyle/>
          <a:p>
            <a:r>
              <a:rPr lang="en-US" dirty="0"/>
              <a:t>Conditional rendering makes it easy to show or hide any elements/components as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97494E-B764-C56A-B45C-780AD052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46" y="2763983"/>
            <a:ext cx="3277057" cy="3915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EAD4A-B0C9-69B3-484D-D8BB8E43A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94" y="3300230"/>
            <a:ext cx="2286319" cy="26578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B0A2E2-2983-C975-AD39-5E8088C2F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485" y="4009941"/>
            <a:ext cx="395342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6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7853-9938-39C7-9AB6-BE869162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Firing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EFA18-6278-EC01-BBBC-42D2EFE3F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611" y="2256136"/>
            <a:ext cx="4707780" cy="3678303"/>
          </a:xfrm>
        </p:spPr>
        <p:txBody>
          <a:bodyPr/>
          <a:lstStyle/>
          <a:p>
            <a:r>
              <a:rPr lang="en-US" dirty="0"/>
              <a:t>Define an event handler function inside the component</a:t>
            </a:r>
          </a:p>
          <a:p>
            <a:r>
              <a:rPr lang="en-US" dirty="0"/>
              <a:t>Notice ‘</a:t>
            </a:r>
            <a:r>
              <a:rPr lang="en-US" dirty="0" err="1"/>
              <a:t>onClick</a:t>
            </a:r>
            <a:r>
              <a:rPr lang="en-US" dirty="0"/>
              <a:t>’ vs ‘onclick’ in JavaScript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19D4A-2C9A-BA32-D701-058544F5B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518" y="2180496"/>
            <a:ext cx="4248743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61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30CA0-0E39-E6CD-D106-B6E26FF5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8026D-834F-4536-EFAC-FEDE7A88F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State</a:t>
            </a:r>
            <a:r>
              <a:rPr lang="en-US" dirty="0"/>
              <a:t> is an object that holds data or information about a component that may change over time.</a:t>
            </a:r>
          </a:p>
          <a:p>
            <a:pPr lvl="1"/>
            <a:r>
              <a:rPr lang="en-US" dirty="0"/>
              <a:t>The ‘memory’ of a component</a:t>
            </a:r>
          </a:p>
          <a:p>
            <a:pPr lvl="1"/>
            <a:r>
              <a:rPr lang="en-US" dirty="0"/>
              <a:t>It allows the component to keep track of values between renders</a:t>
            </a:r>
          </a:p>
          <a:p>
            <a:r>
              <a:rPr lang="en-US" dirty="0"/>
              <a:t>When state changes, React automatically re-renders the component (and any children that depend on the state) so the UI stays in sync with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18A49-D737-AFEB-6AEE-38DB38C53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065" y="3169807"/>
            <a:ext cx="4982270" cy="24768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D9F3C8-0DB5-1735-A0C6-EC72B1247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170" y="2534191"/>
            <a:ext cx="3894059" cy="325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49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8A92-7CA6-98CE-1F12-F07DFA28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46BB-545C-3087-6716-AA96A449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Basic App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266E-CDAD-72D0-3711-9B0D0655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to conditionally render components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A335E-334A-2B86-AA57-B869D6AB62E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F6C0E-A730-E9D7-0FA0-3052BCB4A91B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E06756-F910-4AFC-390A-72B04540CFFD}"/>
              </a:ext>
            </a:extLst>
          </p:cNvPr>
          <p:cNvSpPr txBox="1">
            <a:spLocks/>
          </p:cNvSpPr>
          <p:nvPr/>
        </p:nvSpPr>
        <p:spPr>
          <a:xfrm>
            <a:off x="6031417" y="3099411"/>
            <a:ext cx="5740756" cy="23152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‘Home’ component so that under the header, it will conditionally render either your ‘</a:t>
            </a:r>
            <a:r>
              <a:rPr lang="en-US" dirty="0" err="1"/>
              <a:t>IncidentList</a:t>
            </a:r>
            <a:r>
              <a:rPr lang="en-US" dirty="0"/>
              <a:t>’ component or a ‘Welcome’ component. </a:t>
            </a:r>
          </a:p>
          <a:p>
            <a:pPr lvl="1"/>
            <a:r>
              <a:rPr lang="en-US" dirty="0"/>
              <a:t>It should conditionally render via navigation links in the header</a:t>
            </a:r>
          </a:p>
          <a:p>
            <a:pPr lvl="1"/>
            <a:r>
              <a:rPr lang="en-US" dirty="0"/>
              <a:t>The ‘Welcome’ component may be a very simple dummy component that simply returns text ‘Welcome’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042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8627-39B0-81E8-E217-8D36A536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Deleting Items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971B3-1B53-48ED-3CA2-468B766DC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422" y="2343081"/>
            <a:ext cx="10911153" cy="853649"/>
          </a:xfrm>
        </p:spPr>
        <p:txBody>
          <a:bodyPr>
            <a:normAutofit fontScale="92500"/>
          </a:bodyPr>
          <a:lstStyle/>
          <a:p>
            <a:r>
              <a:rPr lang="en-US" dirty="0"/>
              <a:t>The JavaScript filter() function will return a new array where all items meet the criteria </a:t>
            </a:r>
          </a:p>
          <a:p>
            <a:r>
              <a:rPr lang="en-US" dirty="0"/>
              <a:t>In this example, we are getting a copy of the array will all items except for the incident where its ID was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773C1-3F1D-6574-7846-6C0CAE4E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9" y="4080578"/>
            <a:ext cx="9714477" cy="13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26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4C51-BF7C-0C7E-8B22-346123C1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Callback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DA8C7-B5EB-70ED-13C9-5641B989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22502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callback prop is when we use a prop to pass down a function to a child component</a:t>
            </a:r>
          </a:p>
          <a:p>
            <a:r>
              <a:rPr lang="en-US" dirty="0"/>
              <a:t>Notice how we pass in a callback function into the Incident component called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r>
              <a:rPr lang="en-US" dirty="0"/>
              <a:t>Then in our parent component, we can set the callback that will be performed for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In this case, ‘</a:t>
            </a:r>
            <a:r>
              <a:rPr lang="en-US" dirty="0" err="1"/>
              <a:t>handleClick</a:t>
            </a:r>
            <a:r>
              <a:rPr lang="en-US" dirty="0"/>
              <a:t>’ will fire off another function local to the parent component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3FB8CD-A14C-08A4-55AF-08B5A5A3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69" y="5142043"/>
            <a:ext cx="5172797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A5988-DF64-D8AE-8ECA-42BD8942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74" y="2061971"/>
            <a:ext cx="63350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757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E161-F4BA-66C1-5793-AA217ACA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A353E-7723-F682-AD14-6250128A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Delete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1666D-E78D-4A35-BEB2-F43A5BD9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button on the incident component to delete the incident from the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A4F7A-2C15-E272-C77B-423CB2B7DD51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F47EC-97AB-22DC-3530-9B65E5C79CE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AE7A51-3F2A-03CF-A82D-343A11028C57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1536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The button should remove the Incident from the Incident list component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79B7EB-1D52-33DB-E2EA-E2B4F934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85" y="42303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07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1766-6676-B1B0-2EE9-CA962A0C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1379-3FD8-126B-7875-4935837A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3644" cy="1809613"/>
          </a:xfrm>
        </p:spPr>
        <p:txBody>
          <a:bodyPr/>
          <a:lstStyle/>
          <a:p>
            <a:r>
              <a:rPr lang="en-US" dirty="0"/>
              <a:t>Where we use state matters</a:t>
            </a:r>
          </a:p>
          <a:p>
            <a:r>
              <a:rPr lang="en-US" dirty="0"/>
              <a:t>Lifting State – refers to moving state from one component to a common parent so that multiple child components can share and update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F90BB-931D-1296-F8BA-E8E8A54C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895661"/>
            <a:ext cx="5801042" cy="3515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BC935-5316-94D2-DC66-956B102CE455}"/>
              </a:ext>
            </a:extLst>
          </p:cNvPr>
          <p:cNvSpPr/>
          <p:nvPr/>
        </p:nvSpPr>
        <p:spPr>
          <a:xfrm>
            <a:off x="8006355" y="2408412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74722-6334-B5C1-4D96-6D397FB410E8}"/>
              </a:ext>
            </a:extLst>
          </p:cNvPr>
          <p:cNvSpPr/>
          <p:nvPr/>
        </p:nvSpPr>
        <p:spPr>
          <a:xfrm>
            <a:off x="9117979" y="3592848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27F19-0997-032F-707B-081DEACA4C01}"/>
              </a:ext>
            </a:extLst>
          </p:cNvPr>
          <p:cNvSpPr/>
          <p:nvPr/>
        </p:nvSpPr>
        <p:spPr>
          <a:xfrm>
            <a:off x="6975414" y="5071450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A160-FB17-1B45-DBED-AFA672DFCC40}"/>
              </a:ext>
            </a:extLst>
          </p:cNvPr>
          <p:cNvSpPr/>
          <p:nvPr/>
        </p:nvSpPr>
        <p:spPr>
          <a:xfrm>
            <a:off x="6975414" y="3592849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F25FD60-3ADA-AD65-DAE5-9AB5E7B1D2A4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7676975" y="2850025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5DA25C1-9805-F6D0-7AEA-377B7B840A1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09477" y="2850026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C96D39-AFA0-6B1E-D6E6-71982AE13C3B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7676975" y="4476076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D9D018-B6C6-3C0A-B86D-1E6E8236059B}"/>
              </a:ext>
            </a:extLst>
          </p:cNvPr>
          <p:cNvSpPr txBox="1"/>
          <p:nvPr/>
        </p:nvSpPr>
        <p:spPr>
          <a:xfrm>
            <a:off x="8639356" y="4816013"/>
            <a:ext cx="3185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state is at the </a:t>
            </a:r>
            <a:r>
              <a:rPr lang="en-US" dirty="0" err="1"/>
              <a:t>IncidentList</a:t>
            </a:r>
            <a:r>
              <a:rPr lang="en-US" dirty="0"/>
              <a:t> component, then it will be reset each time the component unloads from the virtual DOM</a:t>
            </a:r>
          </a:p>
        </p:txBody>
      </p:sp>
    </p:spTree>
    <p:extLst>
      <p:ext uri="{BB962C8B-B14F-4D97-AF65-F5344CB8AC3E}">
        <p14:creationId xmlns:p14="http://schemas.microsoft.com/office/powerpoint/2010/main" val="23423005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D9E68-1C6C-E13E-CE0E-8C509701E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9AE-1BC4-1DEB-1D5C-8E1A4180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D1BE-9773-AE65-B2E8-7F34F9869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120" y="2479007"/>
            <a:ext cx="4537291" cy="1815087"/>
          </a:xfrm>
        </p:spPr>
        <p:txBody>
          <a:bodyPr/>
          <a:lstStyle/>
          <a:p>
            <a:r>
              <a:rPr lang="en-US" dirty="0"/>
              <a:t>If state is instead placed at ‘Home’, then if we modify the incident list, then that change will persist even if we reload the component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299E5A-2595-F19C-2872-45CDD0BDC220}"/>
              </a:ext>
            </a:extLst>
          </p:cNvPr>
          <p:cNvSpPr/>
          <p:nvPr/>
        </p:nvSpPr>
        <p:spPr>
          <a:xfrm>
            <a:off x="3317814" y="2479007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56EBA-408B-F237-F878-49327D2A58A2}"/>
              </a:ext>
            </a:extLst>
          </p:cNvPr>
          <p:cNvSpPr/>
          <p:nvPr/>
        </p:nvSpPr>
        <p:spPr>
          <a:xfrm>
            <a:off x="4429438" y="3663443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C7DE7-825D-B9F3-F981-8F1EEE651804}"/>
              </a:ext>
            </a:extLst>
          </p:cNvPr>
          <p:cNvSpPr/>
          <p:nvPr/>
        </p:nvSpPr>
        <p:spPr>
          <a:xfrm>
            <a:off x="2286873" y="5142045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0526C-5A7D-29F2-8759-C9030965C369}"/>
              </a:ext>
            </a:extLst>
          </p:cNvPr>
          <p:cNvSpPr/>
          <p:nvPr/>
        </p:nvSpPr>
        <p:spPr>
          <a:xfrm>
            <a:off x="2286873" y="3663444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7EAD238-9878-270B-E359-4CA536DE9AAE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2988434" y="2920620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5AB5CB-B895-4C4E-ABB1-32CC50521AC4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4720936" y="2920621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615FB2-2CF4-96E1-19CA-86D09CD447E1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2988434" y="4546671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446EA24-23AA-97ED-2C8B-D9326CD5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649" y="4294094"/>
            <a:ext cx="4266232" cy="215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934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F5A0B-0EEA-6B4B-06CB-49A8EB87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51E1-36AF-1C25-B81A-794FDF3B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Lift Up Incident List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0645-0665-83EF-BD6E-39F27F41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Lift the state of the Incident list so that changes are persisted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649EF-E600-4EED-A8C1-7DDCA92B190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A1F33-BE64-6ABA-C3BB-7D62A15D95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967E04-EE72-1F98-CF06-82015E95405E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1884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and Incident list components:</a:t>
            </a:r>
          </a:p>
          <a:p>
            <a:pPr lvl="1"/>
            <a:r>
              <a:rPr lang="en-US" dirty="0"/>
              <a:t>Move state and ‘delete’ function to ‘Home’ component</a:t>
            </a:r>
          </a:p>
          <a:p>
            <a:pPr lvl="1"/>
            <a:r>
              <a:rPr lang="en-US" dirty="0"/>
              <a:t>Chain a callback function from Incident list component to the Home component – this wires up the delete function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B8FD-4C62-7E2A-9BAB-EADC46509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167" y="40447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271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C54EE-6EE6-8706-74C4-5E0D6F86D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onCHange</a:t>
            </a:r>
            <a:r>
              <a:rPr lang="en-US" dirty="0"/>
              <a:t> &amp; Object State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C1A02-F6DB-AEC7-331A-10E6587F4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753" y="2477541"/>
            <a:ext cx="4483867" cy="3678303"/>
          </a:xfrm>
        </p:spPr>
        <p:txBody>
          <a:bodyPr/>
          <a:lstStyle/>
          <a:p>
            <a:r>
              <a:rPr lang="en-US" dirty="0" err="1"/>
              <a:t>onChange</a:t>
            </a:r>
            <a:r>
              <a:rPr lang="en-US" dirty="0"/>
              <a:t> allows us to call a JavaScript function on each keystroke for text input elements, or on each selection for dropdowns</a:t>
            </a:r>
          </a:p>
          <a:p>
            <a:r>
              <a:rPr lang="en-US" dirty="0"/>
              <a:t>We can use the event object to help us update state</a:t>
            </a:r>
          </a:p>
          <a:p>
            <a:pPr lvl="1"/>
            <a:r>
              <a:rPr lang="en-US" dirty="0"/>
              <a:t>Notice that form is an object, so we use “{“ and “}” when updating the entry in the object:</a:t>
            </a:r>
          </a:p>
          <a:p>
            <a:pPr lvl="1"/>
            <a:r>
              <a:rPr lang="en-US" dirty="0"/>
              <a:t> {…</a:t>
            </a:r>
            <a:r>
              <a:rPr lang="en-US" dirty="0" err="1"/>
              <a:t>prev</a:t>
            </a:r>
            <a:r>
              <a:rPr lang="en-US" dirty="0"/>
              <a:t>, [name]:value}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64D2CE-7EEA-134B-5C1B-675357DC2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2642" y="2652604"/>
            <a:ext cx="5668166" cy="1552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767906-49CB-33E1-06FD-4BD255B13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2901" y="2180496"/>
            <a:ext cx="8287907" cy="219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0B96F5-007B-333A-40DA-59D0EC00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81" y="4369470"/>
            <a:ext cx="4496427" cy="952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1926F2-6F20-EC29-2FE0-1E2C7AA3D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4" y="5412521"/>
            <a:ext cx="3105583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15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4F4-0E19-AB75-C3CA-4701BC6C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C5A6A-19FD-D4F3-3BEC-C4C41EEC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Incident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9E0EF-1F62-CE90-C562-7FFC375E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add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F79173-8D1D-10D2-FED7-AA8C956FC95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839857-33C8-7325-8290-16B1EDBA5B5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FC556C-5069-1F07-0B7E-A81B7E8C31E7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and Incident list components:</a:t>
            </a:r>
          </a:p>
          <a:p>
            <a:pPr lvl="1"/>
            <a:r>
              <a:rPr lang="en-US" dirty="0"/>
              <a:t>Create a form on the ‘</a:t>
            </a:r>
            <a:r>
              <a:rPr lang="en-US" dirty="0" err="1"/>
              <a:t>IncidentList</a:t>
            </a:r>
            <a:r>
              <a:rPr lang="en-US" dirty="0"/>
              <a:t>’ component. Use state to store the values of the form</a:t>
            </a:r>
          </a:p>
          <a:p>
            <a:pPr lvl="1"/>
            <a:r>
              <a:rPr lang="en-US" dirty="0"/>
              <a:t>Chain a callback function from Incident list component to the Home component – this callback function should save the new incident to the state that holds the list within the ‘Home’ component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0A9C59-E6E2-547A-5BB1-5467DEED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28" y="3775011"/>
            <a:ext cx="5966911" cy="228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79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95863-3E73-CE84-4375-6F61B3AB6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Are Hooks?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593F9-D61B-5814-8009-51A7C925D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React </a:t>
            </a:r>
            <a:r>
              <a:rPr lang="en-US" dirty="0">
                <a:solidFill>
                  <a:schemeClr val="accent2"/>
                </a:solidFill>
              </a:rPr>
              <a:t>Hooks</a:t>
            </a:r>
            <a:r>
              <a:rPr lang="en-US" dirty="0">
                <a:solidFill>
                  <a:schemeClr val="bg1"/>
                </a:solidFill>
              </a:rPr>
              <a:t> are a special types of functions that let us ‘hook into’ React features like state, lifecycle, and context from functional components.</a:t>
            </a:r>
          </a:p>
          <a:p>
            <a:r>
              <a:rPr lang="en-US" dirty="0">
                <a:solidFill>
                  <a:schemeClr val="bg1"/>
                </a:solidFill>
              </a:rPr>
              <a:t>Before hooks, class components were the only way to alter state or hook into the lifecycle of a component. </a:t>
            </a:r>
          </a:p>
          <a:p>
            <a:r>
              <a:rPr lang="en-US" dirty="0">
                <a:solidFill>
                  <a:schemeClr val="bg1"/>
                </a:solidFill>
              </a:rPr>
              <a:t>Always called at the top level of a component.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F637A1-3C49-1993-E516-A3AD94BE2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780275"/>
              </p:ext>
            </p:extLst>
          </p:nvPr>
        </p:nvGraphicFramePr>
        <p:xfrm>
          <a:off x="4446758" y="853739"/>
          <a:ext cx="6998514" cy="5133108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890321">
                  <a:extLst>
                    <a:ext uri="{9D8B030D-6E8A-4147-A177-3AD203B41FA5}">
                      <a16:colId xmlns:a16="http://schemas.microsoft.com/office/drawing/2014/main" val="1736950255"/>
                    </a:ext>
                  </a:extLst>
                </a:gridCol>
                <a:gridCol w="5108193">
                  <a:extLst>
                    <a:ext uri="{9D8B030D-6E8A-4147-A177-3AD203B41FA5}">
                      <a16:colId xmlns:a16="http://schemas.microsoft.com/office/drawing/2014/main" val="1154258762"/>
                    </a:ext>
                  </a:extLst>
                </a:gridCol>
              </a:tblGrid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Hook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Purpose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44947544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useState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Adds state to a functional component.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97599265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useEffect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Handles side effects like data fetching or subscriptions (replaces lifecycle methods).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29065879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useReducer</a:t>
                      </a:r>
                      <a:endParaRPr lang="en-US" sz="16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Manages complex state logic with a reducer function.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887480763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useContext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Accesses context values without wrapping in a Consumer.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2665596874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useRef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Stores mutable values or references to DOM elements.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1358057560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useMemo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results of expensive calculations.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864241328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useCallback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functions to prevent unnecessary re-renders.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7206992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1B7909A-3E8C-6E4E-D049-6E4FB7BEB83D}"/>
              </a:ext>
            </a:extLst>
          </p:cNvPr>
          <p:cNvSpPr txBox="1"/>
          <p:nvPr/>
        </p:nvSpPr>
        <p:spPr>
          <a:xfrm>
            <a:off x="5474822" y="6053091"/>
            <a:ext cx="4577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Memoize</a:t>
            </a:r>
            <a:r>
              <a:rPr lang="en-US" dirty="0"/>
              <a:t> – caching the result of a computation</a:t>
            </a:r>
          </a:p>
        </p:txBody>
      </p:sp>
    </p:spTree>
    <p:extLst>
      <p:ext uri="{BB962C8B-B14F-4D97-AF65-F5344CB8AC3E}">
        <p14:creationId xmlns:p14="http://schemas.microsoft.com/office/powerpoint/2010/main" val="1279509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36A2-C4F9-4EEC-49BD-36E04271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3735C-5C68-57F9-A7BC-5F57B4040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68714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Reducers</a:t>
            </a:r>
            <a:r>
              <a:rPr lang="en-US" dirty="0"/>
              <a:t> are a hook that allow us to centralize state logic </a:t>
            </a:r>
          </a:p>
          <a:p>
            <a:pPr lvl="1"/>
            <a:r>
              <a:rPr lang="en-US" dirty="0"/>
              <a:t>In more complex applications, this helps avoid bugs and is easier to maintain</a:t>
            </a:r>
          </a:p>
          <a:p>
            <a:pPr lvl="1"/>
            <a:r>
              <a:rPr lang="en-US" dirty="0"/>
              <a:t>Scalable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33FF1-CF87-0187-3233-84159A841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108" y="2745280"/>
            <a:ext cx="6354062" cy="2191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65114-180C-292F-06E8-CFD2A24B6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9662" y="2403923"/>
            <a:ext cx="5772956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7C1DA8-DE8E-6C29-4B8F-32762D4BD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42364"/>
            <a:ext cx="3972479" cy="2762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179113-6C9B-EEE8-DE91-6006974C9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1715" y="5020482"/>
            <a:ext cx="4648849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85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77ADF-D27F-33BE-5743-EE5EF2C7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4D9A9-30D5-B4F2-AACD-2B5D1B01D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Refactor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EC6BF-02D0-0105-3E31-6F4CABDA4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Refactor your code to use a reducer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50ECD-28EE-4EFA-4A24-E44B28C3C6B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D0E0D-5434-0B36-82C9-5502986F3E34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03A15F-4170-F5BE-4CA7-AFA1DD7114EF}"/>
              </a:ext>
            </a:extLst>
          </p:cNvPr>
          <p:cNvSpPr txBox="1">
            <a:spLocks/>
          </p:cNvSpPr>
          <p:nvPr/>
        </p:nvSpPr>
        <p:spPr>
          <a:xfrm>
            <a:off x="6033247" y="2982510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Home component:</a:t>
            </a:r>
          </a:p>
          <a:p>
            <a:pPr lvl="1"/>
            <a:r>
              <a:rPr lang="en-US" dirty="0"/>
              <a:t>Make the reducer function</a:t>
            </a:r>
          </a:p>
          <a:p>
            <a:pPr lvl="1"/>
            <a:r>
              <a:rPr lang="en-US" dirty="0"/>
              <a:t>Swap out </a:t>
            </a:r>
            <a:r>
              <a:rPr lang="en-US" dirty="0" err="1"/>
              <a:t>useState</a:t>
            </a:r>
            <a:r>
              <a:rPr lang="en-US" dirty="0"/>
              <a:t> for </a:t>
            </a:r>
            <a:r>
              <a:rPr lang="en-US" dirty="0" err="1"/>
              <a:t>useReducer</a:t>
            </a:r>
            <a:r>
              <a:rPr lang="en-US" dirty="0"/>
              <a:t> when working with the incident list</a:t>
            </a:r>
          </a:p>
          <a:p>
            <a:pPr lvl="1"/>
            <a:r>
              <a:rPr lang="en-US" dirty="0"/>
              <a:t>Edit your functions to call the dispatch method rather than ‘</a:t>
            </a:r>
            <a:r>
              <a:rPr lang="en-US" dirty="0" err="1"/>
              <a:t>setIncidents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98438450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3618</TotalTime>
  <Words>1989</Words>
  <Application>Microsoft Office PowerPoint</Application>
  <PresentationFormat>Widescreen</PresentationFormat>
  <Paragraphs>202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Gill Sans MT</vt:lpstr>
      <vt:lpstr>Wingdings</vt:lpstr>
      <vt:lpstr>Wingdings 2</vt:lpstr>
      <vt:lpstr>Dividend</vt:lpstr>
      <vt:lpstr>React</vt:lpstr>
      <vt:lpstr>What is React?</vt:lpstr>
      <vt:lpstr>How Does React Work?</vt:lpstr>
      <vt:lpstr>What we Need</vt:lpstr>
      <vt:lpstr>Challenge – Create Your First App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Create A header</vt:lpstr>
      <vt:lpstr>Props</vt:lpstr>
      <vt:lpstr>Destructuring Props</vt:lpstr>
      <vt:lpstr>Challenge – View an Incident</vt:lpstr>
      <vt:lpstr>Lists</vt:lpstr>
      <vt:lpstr>Challenge – View All the incidents</vt:lpstr>
      <vt:lpstr>Conditional Rendering</vt:lpstr>
      <vt:lpstr>Firing Events</vt:lpstr>
      <vt:lpstr>Keeping State</vt:lpstr>
      <vt:lpstr>Challenge – Create Basic App Navigation</vt:lpstr>
      <vt:lpstr>Deleting Items From Lists</vt:lpstr>
      <vt:lpstr>Callback Props</vt:lpstr>
      <vt:lpstr>Challenge – Delete Incidents</vt:lpstr>
      <vt:lpstr>Sharing Component Data / Lifting Up State</vt:lpstr>
      <vt:lpstr>Sharing Component Data / Lifting Up State</vt:lpstr>
      <vt:lpstr>Challenge – Lift Up Incident List State</vt:lpstr>
      <vt:lpstr>onCHange &amp; Object State Updates</vt:lpstr>
      <vt:lpstr>Challenge – Add Incident Records</vt:lpstr>
      <vt:lpstr>What Are Hooks?</vt:lpstr>
      <vt:lpstr>Reducer</vt:lpstr>
      <vt:lpstr>Challenge – Refactor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592</cp:revision>
  <dcterms:created xsi:type="dcterms:W3CDTF">2025-02-12T19:53:45Z</dcterms:created>
  <dcterms:modified xsi:type="dcterms:W3CDTF">2025-10-01T02:30:55Z</dcterms:modified>
</cp:coreProperties>
</file>