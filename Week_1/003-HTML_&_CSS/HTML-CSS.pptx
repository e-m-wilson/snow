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6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38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HTML &amp; CSS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D98FA-9764-D2AA-5BFC-9F9105D6B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HTML?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DB542-4722-CBA0-5177-D4F999BEB0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38449"/>
            <a:ext cx="11029615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HTML</a:t>
            </a:r>
            <a:r>
              <a:rPr lang="en-US" dirty="0"/>
              <a:t> – </a:t>
            </a:r>
            <a:r>
              <a:rPr lang="en-US" dirty="0" err="1"/>
              <a:t>HyperText</a:t>
            </a:r>
            <a:r>
              <a:rPr lang="en-US" dirty="0"/>
              <a:t> Markup Language is the standard markup language used to create and structure content on the web. </a:t>
            </a:r>
          </a:p>
          <a:p>
            <a:pPr lvl="1"/>
            <a:r>
              <a:rPr lang="en-US" dirty="0"/>
              <a:t>It tells browsers what to display (text, images, links, forms, etc.) and how to organize the content.</a:t>
            </a:r>
          </a:p>
          <a:p>
            <a:pPr lvl="1"/>
            <a:r>
              <a:rPr lang="en-US" dirty="0"/>
              <a:t>Markup Language != Programming Language – HTML doesn’t do any logic, it structures information.</a:t>
            </a:r>
          </a:p>
        </p:txBody>
      </p:sp>
    </p:spTree>
    <p:extLst>
      <p:ext uri="{BB962C8B-B14F-4D97-AF65-F5344CB8AC3E}">
        <p14:creationId xmlns:p14="http://schemas.microsoft.com/office/powerpoint/2010/main" val="3451514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4B5BB-F81D-F145-7253-41B75CEC8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FAE85-F629-4FB0-2956-ED49F2F26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Elements &amp; Tags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125C2-DF31-1C1C-9B89-211387C83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050711"/>
            <a:ext cx="11029615" cy="748917"/>
          </a:xfrm>
        </p:spPr>
        <p:txBody>
          <a:bodyPr>
            <a:normAutofit fontScale="92500"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Elements</a:t>
            </a:r>
            <a:r>
              <a:rPr lang="en-US" dirty="0"/>
              <a:t> and </a:t>
            </a:r>
            <a:r>
              <a:rPr lang="en-US" dirty="0">
                <a:solidFill>
                  <a:schemeClr val="accent2"/>
                </a:solidFill>
              </a:rPr>
              <a:t>Tags</a:t>
            </a:r>
            <a:r>
              <a:rPr lang="en-US" dirty="0"/>
              <a:t> – define different parts of a webpage, they are the building blocks of the page. 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Attributes</a:t>
            </a:r>
            <a:r>
              <a:rPr lang="en-US" dirty="0"/>
              <a:t> – modifiers that either apply identification to an element or alter the elements behavior or styling.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F651936-D3F6-F4FE-AFF1-8B7F2C820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0400" y="2990949"/>
            <a:ext cx="5791200" cy="3362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8615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DCC17-A883-CB7F-C4E3-A9970226B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6DC8C-99C9-50B3-E951-F16635EF1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Page Structure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6B5967-D522-6A04-DD34-083435BEC2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11" y="2303748"/>
            <a:ext cx="5801535" cy="38105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1D90330-908D-1200-5BE0-49E33DABFCA7}"/>
              </a:ext>
            </a:extLst>
          </p:cNvPr>
          <p:cNvSpPr txBox="1"/>
          <p:nvPr/>
        </p:nvSpPr>
        <p:spPr>
          <a:xfrm>
            <a:off x="7037294" y="3331851"/>
            <a:ext cx="390861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&lt;!DOCTYPE html&gt; defines the page document type and version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&lt;html&gt; is the root element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&lt;head&gt; is where metadata is defined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&lt;body&gt; is where we include content that will be visible to the user</a:t>
            </a:r>
          </a:p>
        </p:txBody>
      </p:sp>
    </p:spTree>
    <p:extLst>
      <p:ext uri="{BB962C8B-B14F-4D97-AF65-F5344CB8AC3E}">
        <p14:creationId xmlns:p14="http://schemas.microsoft.com/office/powerpoint/2010/main" val="3937583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1102</TotalTime>
  <Words>214</Words>
  <Application>Microsoft Office PowerPoint</Application>
  <PresentationFormat>Widescreen</PresentationFormat>
  <Paragraphs>18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Gill Sans MT</vt:lpstr>
      <vt:lpstr>Wingdings</vt:lpstr>
      <vt:lpstr>Wingdings 2</vt:lpstr>
      <vt:lpstr>Dividend</vt:lpstr>
      <vt:lpstr>HTML &amp; CSS</vt:lpstr>
      <vt:lpstr>What is HTML?</vt:lpstr>
      <vt:lpstr>Elements &amp; Tags</vt:lpstr>
      <vt:lpstr>HTML Page Structure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588</cp:revision>
  <dcterms:created xsi:type="dcterms:W3CDTF">2025-02-12T19:53:45Z</dcterms:created>
  <dcterms:modified xsi:type="dcterms:W3CDTF">2025-09-22T13:02:01Z</dcterms:modified>
</cp:coreProperties>
</file>