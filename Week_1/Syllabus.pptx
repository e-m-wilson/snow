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26E050-110D-4658-B496-2252EDD5D10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923C1A-FF59-4300-9997-9B5EFFCD9B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Introductions</a:t>
          </a:r>
        </a:p>
      </dgm:t>
    </dgm:pt>
    <dgm:pt modelId="{2FA4B52F-8D46-4A76-B2B8-6677FB63F86C}" type="parTrans" cxnId="{AA9147CA-D6AF-437C-AE34-BAA5F20A547A}">
      <dgm:prSet/>
      <dgm:spPr/>
      <dgm:t>
        <a:bodyPr/>
        <a:lstStyle/>
        <a:p>
          <a:endParaRPr lang="en-US"/>
        </a:p>
      </dgm:t>
    </dgm:pt>
    <dgm:pt modelId="{E1BA9985-B1BF-4BFF-AFF0-048E2215BD88}" type="sibTrans" cxnId="{AA9147CA-D6AF-437C-AE34-BAA5F20A547A}">
      <dgm:prSet/>
      <dgm:spPr/>
      <dgm:t>
        <a:bodyPr/>
        <a:lstStyle/>
        <a:p>
          <a:endParaRPr lang="en-US"/>
        </a:p>
      </dgm:t>
    </dgm:pt>
    <dgm:pt modelId="{EA2DB709-2347-445B-9848-85D77F670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to Expect</a:t>
          </a:r>
        </a:p>
      </dgm:t>
    </dgm:pt>
    <dgm:pt modelId="{8BF4C137-F227-4C28-95A4-F210521D190E}" type="parTrans" cxnId="{FD6A8E58-6D21-409C-889A-7E66BC4677F7}">
      <dgm:prSet/>
      <dgm:spPr/>
      <dgm:t>
        <a:bodyPr/>
        <a:lstStyle/>
        <a:p>
          <a:endParaRPr lang="en-US"/>
        </a:p>
      </dgm:t>
    </dgm:pt>
    <dgm:pt modelId="{A8BA4347-4386-4AA2-8329-B0C65B7CAEDC}" type="sibTrans" cxnId="{FD6A8E58-6D21-409C-889A-7E66BC4677F7}">
      <dgm:prSet/>
      <dgm:spPr/>
      <dgm:t>
        <a:bodyPr/>
        <a:lstStyle/>
        <a:p>
          <a:endParaRPr lang="en-US"/>
        </a:p>
      </dgm:t>
    </dgm:pt>
    <dgm:pt modelId="{0A104462-619F-4DC7-BFF1-9C9A22513B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to Excel in this Course</a:t>
          </a:r>
        </a:p>
      </dgm:t>
    </dgm:pt>
    <dgm:pt modelId="{EEE27C43-63A5-4528-AC22-72821129BE47}" type="parTrans" cxnId="{5B9560AB-F1C8-42FF-9B08-3250BBA89DF9}">
      <dgm:prSet/>
      <dgm:spPr/>
      <dgm:t>
        <a:bodyPr/>
        <a:lstStyle/>
        <a:p>
          <a:endParaRPr lang="en-US"/>
        </a:p>
      </dgm:t>
    </dgm:pt>
    <dgm:pt modelId="{FE9586A2-A7C4-4FC2-9E55-398D3A44D157}" type="sibTrans" cxnId="{5B9560AB-F1C8-42FF-9B08-3250BBA89DF9}">
      <dgm:prSet/>
      <dgm:spPr/>
      <dgm:t>
        <a:bodyPr/>
        <a:lstStyle/>
        <a:p>
          <a:endParaRPr lang="en-US"/>
        </a:p>
      </dgm:t>
    </dgm:pt>
    <dgm:pt modelId="{7FF25906-3454-4A54-877E-EAD1BB173A8D}" type="pres">
      <dgm:prSet presAssocID="{6726E050-110D-4658-B496-2252EDD5D109}" presName="root" presStyleCnt="0">
        <dgm:presLayoutVars>
          <dgm:dir/>
          <dgm:resizeHandles val="exact"/>
        </dgm:presLayoutVars>
      </dgm:prSet>
      <dgm:spPr/>
    </dgm:pt>
    <dgm:pt modelId="{9C9E42D0-6C64-45D7-A725-0E8364597ED8}" type="pres">
      <dgm:prSet presAssocID="{57923C1A-FF59-4300-9997-9B5EFFCD9BFC}" presName="compNode" presStyleCnt="0"/>
      <dgm:spPr/>
    </dgm:pt>
    <dgm:pt modelId="{94354C5B-BBC5-4AC9-A20D-73E61A8F6231}" type="pres">
      <dgm:prSet presAssocID="{57923C1A-FF59-4300-9997-9B5EFFCD9BFC}" presName="bgRect" presStyleLbl="bgShp" presStyleIdx="0" presStyleCnt="3"/>
      <dgm:spPr/>
    </dgm:pt>
    <dgm:pt modelId="{5648FDBD-141E-4873-86B4-6BC7A2C6D834}" type="pres">
      <dgm:prSet presAssocID="{57923C1A-FF59-4300-9997-9B5EFFCD9BF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6682B1E-9176-4BB9-9A25-974EDBFAF284}" type="pres">
      <dgm:prSet presAssocID="{57923C1A-FF59-4300-9997-9B5EFFCD9BFC}" presName="spaceRect" presStyleCnt="0"/>
      <dgm:spPr/>
    </dgm:pt>
    <dgm:pt modelId="{459361BD-8E9E-4710-BD6B-F0798A448837}" type="pres">
      <dgm:prSet presAssocID="{57923C1A-FF59-4300-9997-9B5EFFCD9BFC}" presName="parTx" presStyleLbl="revTx" presStyleIdx="0" presStyleCnt="3">
        <dgm:presLayoutVars>
          <dgm:chMax val="0"/>
          <dgm:chPref val="0"/>
        </dgm:presLayoutVars>
      </dgm:prSet>
      <dgm:spPr/>
    </dgm:pt>
    <dgm:pt modelId="{B643C6CA-7983-420D-B77A-74B078063629}" type="pres">
      <dgm:prSet presAssocID="{E1BA9985-B1BF-4BFF-AFF0-048E2215BD88}" presName="sibTrans" presStyleCnt="0"/>
      <dgm:spPr/>
    </dgm:pt>
    <dgm:pt modelId="{4D9ACDDC-669E-4936-B852-F3E2856B6CB4}" type="pres">
      <dgm:prSet presAssocID="{EA2DB709-2347-445B-9848-85D77F670862}" presName="compNode" presStyleCnt="0"/>
      <dgm:spPr/>
    </dgm:pt>
    <dgm:pt modelId="{83295714-FB3A-4E9A-9889-AA3B82C3770C}" type="pres">
      <dgm:prSet presAssocID="{EA2DB709-2347-445B-9848-85D77F670862}" presName="bgRect" presStyleLbl="bgShp" presStyleIdx="1" presStyleCnt="3"/>
      <dgm:spPr/>
    </dgm:pt>
    <dgm:pt modelId="{3989ACC5-978D-4FCC-91E8-0FA6CCDB06AB}" type="pres">
      <dgm:prSet presAssocID="{EA2DB709-2347-445B-9848-85D77F6708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B9BA50C-F4D4-4F29-B43E-AAFA582629EA}" type="pres">
      <dgm:prSet presAssocID="{EA2DB709-2347-445B-9848-85D77F670862}" presName="spaceRect" presStyleCnt="0"/>
      <dgm:spPr/>
    </dgm:pt>
    <dgm:pt modelId="{0A96CB8C-0E81-4823-B442-799062EA9C60}" type="pres">
      <dgm:prSet presAssocID="{EA2DB709-2347-445B-9848-85D77F670862}" presName="parTx" presStyleLbl="revTx" presStyleIdx="1" presStyleCnt="3">
        <dgm:presLayoutVars>
          <dgm:chMax val="0"/>
          <dgm:chPref val="0"/>
        </dgm:presLayoutVars>
      </dgm:prSet>
      <dgm:spPr/>
    </dgm:pt>
    <dgm:pt modelId="{A16FF7F3-924B-4321-A995-D2C6A9DFF16A}" type="pres">
      <dgm:prSet presAssocID="{A8BA4347-4386-4AA2-8329-B0C65B7CAEDC}" presName="sibTrans" presStyleCnt="0"/>
      <dgm:spPr/>
    </dgm:pt>
    <dgm:pt modelId="{70F6743F-4AF4-4CAC-882C-D1E4188B43FE}" type="pres">
      <dgm:prSet presAssocID="{0A104462-619F-4DC7-BFF1-9C9A22513BB5}" presName="compNode" presStyleCnt="0"/>
      <dgm:spPr/>
    </dgm:pt>
    <dgm:pt modelId="{17710B87-EA1F-43D3-84CB-7A9900740D92}" type="pres">
      <dgm:prSet presAssocID="{0A104462-619F-4DC7-BFF1-9C9A22513BB5}" presName="bgRect" presStyleLbl="bgShp" presStyleIdx="2" presStyleCnt="3"/>
      <dgm:spPr/>
    </dgm:pt>
    <dgm:pt modelId="{44734F5C-C79B-402B-B528-1585A94E315F}" type="pres">
      <dgm:prSet presAssocID="{0A104462-619F-4DC7-BFF1-9C9A22513B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561652D-2B42-4BF3-B36B-0D27B50C33CD}" type="pres">
      <dgm:prSet presAssocID="{0A104462-619F-4DC7-BFF1-9C9A22513BB5}" presName="spaceRect" presStyleCnt="0"/>
      <dgm:spPr/>
    </dgm:pt>
    <dgm:pt modelId="{E463817E-6898-4C70-BAB2-E3944B75D82E}" type="pres">
      <dgm:prSet presAssocID="{0A104462-619F-4DC7-BFF1-9C9A22513BB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15E01D-9CCE-49DF-A6DC-4F79BFBBBECB}" type="presOf" srcId="{EA2DB709-2347-445B-9848-85D77F670862}" destId="{0A96CB8C-0E81-4823-B442-799062EA9C60}" srcOrd="0" destOrd="0" presId="urn:microsoft.com/office/officeart/2018/2/layout/IconVerticalSolidList"/>
    <dgm:cxn modelId="{F28E252F-8064-4E32-85AA-308AF64BEECA}" type="presOf" srcId="{0A104462-619F-4DC7-BFF1-9C9A22513BB5}" destId="{E463817E-6898-4C70-BAB2-E3944B75D82E}" srcOrd="0" destOrd="0" presId="urn:microsoft.com/office/officeart/2018/2/layout/IconVerticalSolidList"/>
    <dgm:cxn modelId="{55117766-26CF-4462-A69A-5BBED9A9E3E3}" type="presOf" srcId="{57923C1A-FF59-4300-9997-9B5EFFCD9BFC}" destId="{459361BD-8E9E-4710-BD6B-F0798A448837}" srcOrd="0" destOrd="0" presId="urn:microsoft.com/office/officeart/2018/2/layout/IconVerticalSolidList"/>
    <dgm:cxn modelId="{23CBC84E-78E8-4C62-AC52-7CAF1690DFF0}" type="presOf" srcId="{6726E050-110D-4658-B496-2252EDD5D109}" destId="{7FF25906-3454-4A54-877E-EAD1BB173A8D}" srcOrd="0" destOrd="0" presId="urn:microsoft.com/office/officeart/2018/2/layout/IconVerticalSolidList"/>
    <dgm:cxn modelId="{FD6A8E58-6D21-409C-889A-7E66BC4677F7}" srcId="{6726E050-110D-4658-B496-2252EDD5D109}" destId="{EA2DB709-2347-445B-9848-85D77F670862}" srcOrd="1" destOrd="0" parTransId="{8BF4C137-F227-4C28-95A4-F210521D190E}" sibTransId="{A8BA4347-4386-4AA2-8329-B0C65B7CAEDC}"/>
    <dgm:cxn modelId="{5B9560AB-F1C8-42FF-9B08-3250BBA89DF9}" srcId="{6726E050-110D-4658-B496-2252EDD5D109}" destId="{0A104462-619F-4DC7-BFF1-9C9A22513BB5}" srcOrd="2" destOrd="0" parTransId="{EEE27C43-63A5-4528-AC22-72821129BE47}" sibTransId="{FE9586A2-A7C4-4FC2-9E55-398D3A44D157}"/>
    <dgm:cxn modelId="{AA9147CA-D6AF-437C-AE34-BAA5F20A547A}" srcId="{6726E050-110D-4658-B496-2252EDD5D109}" destId="{57923C1A-FF59-4300-9997-9B5EFFCD9BFC}" srcOrd="0" destOrd="0" parTransId="{2FA4B52F-8D46-4A76-B2B8-6677FB63F86C}" sibTransId="{E1BA9985-B1BF-4BFF-AFF0-048E2215BD88}"/>
    <dgm:cxn modelId="{98DBA39D-D11D-4C9F-A95B-427B990306F5}" type="presParOf" srcId="{7FF25906-3454-4A54-877E-EAD1BB173A8D}" destId="{9C9E42D0-6C64-45D7-A725-0E8364597ED8}" srcOrd="0" destOrd="0" presId="urn:microsoft.com/office/officeart/2018/2/layout/IconVerticalSolidList"/>
    <dgm:cxn modelId="{16E5D0FC-46E9-4BC7-9838-252A52A73572}" type="presParOf" srcId="{9C9E42D0-6C64-45D7-A725-0E8364597ED8}" destId="{94354C5B-BBC5-4AC9-A20D-73E61A8F6231}" srcOrd="0" destOrd="0" presId="urn:microsoft.com/office/officeart/2018/2/layout/IconVerticalSolidList"/>
    <dgm:cxn modelId="{7B687022-6EB4-476C-9D3A-222E982B5070}" type="presParOf" srcId="{9C9E42D0-6C64-45D7-A725-0E8364597ED8}" destId="{5648FDBD-141E-4873-86B4-6BC7A2C6D834}" srcOrd="1" destOrd="0" presId="urn:microsoft.com/office/officeart/2018/2/layout/IconVerticalSolidList"/>
    <dgm:cxn modelId="{9906BB48-8DBB-462A-BBA5-7DE32B96F939}" type="presParOf" srcId="{9C9E42D0-6C64-45D7-A725-0E8364597ED8}" destId="{96682B1E-9176-4BB9-9A25-974EDBFAF284}" srcOrd="2" destOrd="0" presId="urn:microsoft.com/office/officeart/2018/2/layout/IconVerticalSolidList"/>
    <dgm:cxn modelId="{2A54D2DC-326A-4621-8986-88CB1DACAC89}" type="presParOf" srcId="{9C9E42D0-6C64-45D7-A725-0E8364597ED8}" destId="{459361BD-8E9E-4710-BD6B-F0798A448837}" srcOrd="3" destOrd="0" presId="urn:microsoft.com/office/officeart/2018/2/layout/IconVerticalSolidList"/>
    <dgm:cxn modelId="{E67105E2-0E48-408F-BADD-798B4F244396}" type="presParOf" srcId="{7FF25906-3454-4A54-877E-EAD1BB173A8D}" destId="{B643C6CA-7983-420D-B77A-74B078063629}" srcOrd="1" destOrd="0" presId="urn:microsoft.com/office/officeart/2018/2/layout/IconVerticalSolidList"/>
    <dgm:cxn modelId="{00CE44EC-858B-4ED5-A58F-A254C98F6171}" type="presParOf" srcId="{7FF25906-3454-4A54-877E-EAD1BB173A8D}" destId="{4D9ACDDC-669E-4936-B852-F3E2856B6CB4}" srcOrd="2" destOrd="0" presId="urn:microsoft.com/office/officeart/2018/2/layout/IconVerticalSolidList"/>
    <dgm:cxn modelId="{9D4A3467-8197-4EEF-BF82-A4F7F9249F1F}" type="presParOf" srcId="{4D9ACDDC-669E-4936-B852-F3E2856B6CB4}" destId="{83295714-FB3A-4E9A-9889-AA3B82C3770C}" srcOrd="0" destOrd="0" presId="urn:microsoft.com/office/officeart/2018/2/layout/IconVerticalSolidList"/>
    <dgm:cxn modelId="{413F48F5-D121-405F-9CF7-89FF92F68AC9}" type="presParOf" srcId="{4D9ACDDC-669E-4936-B852-F3E2856B6CB4}" destId="{3989ACC5-978D-4FCC-91E8-0FA6CCDB06AB}" srcOrd="1" destOrd="0" presId="urn:microsoft.com/office/officeart/2018/2/layout/IconVerticalSolidList"/>
    <dgm:cxn modelId="{30F3F9E9-6E47-427A-8F49-9F2F70D57FA9}" type="presParOf" srcId="{4D9ACDDC-669E-4936-B852-F3E2856B6CB4}" destId="{9B9BA50C-F4D4-4F29-B43E-AAFA582629EA}" srcOrd="2" destOrd="0" presId="urn:microsoft.com/office/officeart/2018/2/layout/IconVerticalSolidList"/>
    <dgm:cxn modelId="{0ACF4DF1-09FF-4097-A672-E5F1DF866B1F}" type="presParOf" srcId="{4D9ACDDC-669E-4936-B852-F3E2856B6CB4}" destId="{0A96CB8C-0E81-4823-B442-799062EA9C60}" srcOrd="3" destOrd="0" presId="urn:microsoft.com/office/officeart/2018/2/layout/IconVerticalSolidList"/>
    <dgm:cxn modelId="{76A2D53A-5193-4B8A-A1AF-8BE66BF27769}" type="presParOf" srcId="{7FF25906-3454-4A54-877E-EAD1BB173A8D}" destId="{A16FF7F3-924B-4321-A995-D2C6A9DFF16A}" srcOrd="3" destOrd="0" presId="urn:microsoft.com/office/officeart/2018/2/layout/IconVerticalSolidList"/>
    <dgm:cxn modelId="{42E42AB0-482A-4779-80E2-99ABCE461288}" type="presParOf" srcId="{7FF25906-3454-4A54-877E-EAD1BB173A8D}" destId="{70F6743F-4AF4-4CAC-882C-D1E4188B43FE}" srcOrd="4" destOrd="0" presId="urn:microsoft.com/office/officeart/2018/2/layout/IconVerticalSolidList"/>
    <dgm:cxn modelId="{38A2846F-0468-4CDA-90BA-02FB0D680827}" type="presParOf" srcId="{70F6743F-4AF4-4CAC-882C-D1E4188B43FE}" destId="{17710B87-EA1F-43D3-84CB-7A9900740D92}" srcOrd="0" destOrd="0" presId="urn:microsoft.com/office/officeart/2018/2/layout/IconVerticalSolidList"/>
    <dgm:cxn modelId="{55582761-95E9-4759-9760-E7481E438D90}" type="presParOf" srcId="{70F6743F-4AF4-4CAC-882C-D1E4188B43FE}" destId="{44734F5C-C79B-402B-B528-1585A94E315F}" srcOrd="1" destOrd="0" presId="urn:microsoft.com/office/officeart/2018/2/layout/IconVerticalSolidList"/>
    <dgm:cxn modelId="{9B366F6A-13DE-449B-B1FE-FF7EA60F3ECE}" type="presParOf" srcId="{70F6743F-4AF4-4CAC-882C-D1E4188B43FE}" destId="{4561652D-2B42-4BF3-B36B-0D27B50C33CD}" srcOrd="2" destOrd="0" presId="urn:microsoft.com/office/officeart/2018/2/layout/IconVerticalSolidList"/>
    <dgm:cxn modelId="{50263C64-0797-4CBA-A298-978F41577B92}" type="presParOf" srcId="{70F6743F-4AF4-4CAC-882C-D1E4188B43FE}" destId="{E463817E-6898-4C70-BAB2-E3944B75D8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54C5B-BBC5-4AC9-A20D-73E61A8F6231}">
      <dsp:nvSpPr>
        <dsp:cNvPr id="0" name=""/>
        <dsp:cNvSpPr/>
      </dsp:nvSpPr>
      <dsp:spPr>
        <a:xfrm>
          <a:off x="0" y="449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48FDBD-141E-4873-86B4-6BC7A2C6D834}">
      <dsp:nvSpPr>
        <dsp:cNvPr id="0" name=""/>
        <dsp:cNvSpPr/>
      </dsp:nvSpPr>
      <dsp:spPr>
        <a:xfrm>
          <a:off x="317832" y="236853"/>
          <a:ext cx="577877" cy="577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361BD-8E9E-4710-BD6B-F0798A448837}">
      <dsp:nvSpPr>
        <dsp:cNvPr id="0" name=""/>
        <dsp:cNvSpPr/>
      </dsp:nvSpPr>
      <dsp:spPr>
        <a:xfrm>
          <a:off x="1213543" y="449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Introductions</a:t>
          </a:r>
        </a:p>
      </dsp:txBody>
      <dsp:txXfrm>
        <a:off x="1213543" y="449"/>
        <a:ext cx="9816071" cy="1050687"/>
      </dsp:txXfrm>
    </dsp:sp>
    <dsp:sp modelId="{83295714-FB3A-4E9A-9889-AA3B82C3770C}">
      <dsp:nvSpPr>
        <dsp:cNvPr id="0" name=""/>
        <dsp:cNvSpPr/>
      </dsp:nvSpPr>
      <dsp:spPr>
        <a:xfrm>
          <a:off x="0" y="1313807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9ACC5-978D-4FCC-91E8-0FA6CCDB06AB}">
      <dsp:nvSpPr>
        <dsp:cNvPr id="0" name=""/>
        <dsp:cNvSpPr/>
      </dsp:nvSpPr>
      <dsp:spPr>
        <a:xfrm>
          <a:off x="317832" y="1550212"/>
          <a:ext cx="577877" cy="5778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6CB8C-0E81-4823-B442-799062EA9C60}">
      <dsp:nvSpPr>
        <dsp:cNvPr id="0" name=""/>
        <dsp:cNvSpPr/>
      </dsp:nvSpPr>
      <dsp:spPr>
        <a:xfrm>
          <a:off x="1213543" y="1313807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What to Expect</a:t>
          </a:r>
        </a:p>
      </dsp:txBody>
      <dsp:txXfrm>
        <a:off x="1213543" y="1313807"/>
        <a:ext cx="9816071" cy="1050687"/>
      </dsp:txXfrm>
    </dsp:sp>
    <dsp:sp modelId="{17710B87-EA1F-43D3-84CB-7A9900740D92}">
      <dsp:nvSpPr>
        <dsp:cNvPr id="0" name=""/>
        <dsp:cNvSpPr/>
      </dsp:nvSpPr>
      <dsp:spPr>
        <a:xfrm>
          <a:off x="0" y="2627166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34F5C-C79B-402B-B528-1585A94E315F}">
      <dsp:nvSpPr>
        <dsp:cNvPr id="0" name=""/>
        <dsp:cNvSpPr/>
      </dsp:nvSpPr>
      <dsp:spPr>
        <a:xfrm>
          <a:off x="317832" y="2863571"/>
          <a:ext cx="577877" cy="5778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817E-6898-4C70-BAB2-E3944B75D82E}">
      <dsp:nvSpPr>
        <dsp:cNvPr id="0" name=""/>
        <dsp:cNvSpPr/>
      </dsp:nvSpPr>
      <dsp:spPr>
        <a:xfrm>
          <a:off x="1213543" y="2627166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to Excel in this Course</a:t>
          </a:r>
        </a:p>
      </dsp:txBody>
      <dsp:txXfrm>
        <a:off x="1213543" y="2627166"/>
        <a:ext cx="9816071" cy="1050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CF0C0D-391B-0915-F0DA-93E9EAB33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2217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>
                <a:latin typeface="Gill Sans MT"/>
                <a:cs typeface="Segoe UI"/>
              </a:rPr>
              <a:t>I’ve been at Revature 4 years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I teach Salesforce, ServiceNow, &amp; .NET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Currently hold the CSA certification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Current favorite game: WoW </a:t>
            </a:r>
          </a:p>
        </p:txBody>
      </p:sp>
      <p:pic>
        <p:nvPicPr>
          <p:cNvPr id="5" name="Picture 4" descr="A person in a suit&#10;&#10;AI-generated content may be incorrect.">
            <a:extLst>
              <a:ext uri="{FF2B5EF4-FFF2-40B4-BE49-F238E27FC236}">
                <a16:creationId xmlns:a16="http://schemas.microsoft.com/office/drawing/2014/main" id="{CC025A48-B339-8A17-FC35-75E691CF8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2737854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399-EA03-424C-8D31-C6B6817F6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What to Expect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5ECF4-F003-4F1C-B9D1-DBB1C70A8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of a coffee cup&#10;&#10;AI-generated content may be incorrect.">
            <a:extLst>
              <a:ext uri="{FF2B5EF4-FFF2-40B4-BE49-F238E27FC236}">
                <a16:creationId xmlns:a16="http://schemas.microsoft.com/office/drawing/2014/main" id="{1443CB83-FEC9-7C45-7E5D-605CF7E416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10" y="2361057"/>
            <a:ext cx="2845404" cy="1778378"/>
          </a:xfrm>
          <a:prstGeom prst="rect">
            <a:avLst/>
          </a:prstGeom>
        </p:spPr>
      </p:pic>
      <p:pic>
        <p:nvPicPr>
          <p:cNvPr id="4" name="Picture 3" descr="ServiceNow logo transparent PNG - StickPNG">
            <a:extLst>
              <a:ext uri="{FF2B5EF4-FFF2-40B4-BE49-F238E27FC236}">
                <a16:creationId xmlns:a16="http://schemas.microsoft.com/office/drawing/2014/main" id="{9720925D-B793-4C31-82D2-B813C1DC8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836014"/>
            <a:ext cx="3305175" cy="5701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6B51-4938-4211-37F2-2A081C5D1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/>
              <a:t>13-week course</a:t>
            </a:r>
          </a:p>
          <a:p>
            <a:pPr marL="629435" lvl="1" indent="-305435"/>
            <a:r>
              <a:rPr lang="en-US" dirty="0"/>
              <a:t>First 8 weeks is ServiceNow</a:t>
            </a:r>
          </a:p>
          <a:p>
            <a:pPr marL="629435" lvl="1" indent="-305435"/>
            <a:r>
              <a:rPr lang="en-US" dirty="0"/>
              <a:t>Remaining 5 weeks will focus on Java</a:t>
            </a:r>
          </a:p>
          <a:p>
            <a:pPr marL="305435" indent="-305435"/>
            <a:r>
              <a:rPr lang="en-US" dirty="0"/>
              <a:t>Various Assessment Types</a:t>
            </a:r>
          </a:p>
          <a:p>
            <a:pPr marL="629435" lvl="1" indent="-305435"/>
            <a:r>
              <a:rPr lang="en-US" dirty="0"/>
              <a:t>Exams – Multiple Choice, Multiple Select, Short Answers</a:t>
            </a:r>
          </a:p>
          <a:p>
            <a:pPr marL="629435" lvl="1" indent="-305435"/>
            <a:r>
              <a:rPr lang="en-US" dirty="0"/>
              <a:t>QC – Panel-Type Live Interviews</a:t>
            </a:r>
          </a:p>
          <a:p>
            <a:pPr marL="629435" lvl="1" indent="-305435"/>
            <a:r>
              <a:rPr lang="en-US" dirty="0"/>
              <a:t>1-on-1s – Evaluations completed by the trainer (Loom or face-to-face)</a:t>
            </a:r>
          </a:p>
          <a:p>
            <a:pPr marL="629435" lvl="1" indent="-305435"/>
            <a:r>
              <a:rPr lang="en-US" dirty="0"/>
              <a:t>Projects – Assigned project work that covers discussed topics (keep up day-to-day and you won’t be behind)</a:t>
            </a:r>
          </a:p>
        </p:txBody>
      </p:sp>
    </p:spTree>
    <p:extLst>
      <p:ext uri="{BB962C8B-B14F-4D97-AF65-F5344CB8AC3E}">
        <p14:creationId xmlns:p14="http://schemas.microsoft.com/office/powerpoint/2010/main" val="254069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2356-009E-B671-396C-A5A47048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FB58-5DAE-C3C2-2D49-7AE40E759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2918"/>
            <a:ext cx="11029615" cy="1681246"/>
          </a:xfrm>
        </p:spPr>
        <p:txBody>
          <a:bodyPr/>
          <a:lstStyle/>
          <a:p>
            <a:r>
              <a:rPr lang="en-US" dirty="0"/>
              <a:t>We will use slide decks throughout the course. </a:t>
            </a:r>
          </a:p>
          <a:p>
            <a:r>
              <a:rPr lang="en-US" dirty="0"/>
              <a:t>If it is on the slide deck, it is important, and you should consider writing it down. </a:t>
            </a:r>
          </a:p>
          <a:p>
            <a:r>
              <a:rPr lang="en-US" dirty="0"/>
              <a:t>Sometimes, you may see a definition, like this: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2E508-0D10-9772-84C7-FCC523BB1A8A}"/>
              </a:ext>
            </a:extLst>
          </p:cNvPr>
          <p:cNvSpPr txBox="1"/>
          <p:nvPr/>
        </p:nvSpPr>
        <p:spPr>
          <a:xfrm>
            <a:off x="1739151" y="3429000"/>
            <a:ext cx="8713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rgbClr val="00B050"/>
                </a:solidFill>
              </a:rPr>
              <a:t>ServiceNow</a:t>
            </a:r>
            <a:r>
              <a:rPr lang="en-US" dirty="0"/>
              <a:t> – A cloud-based, ITSM platform that helps organizations manage and automate their work processes across IT, HR, Customer Service, and more.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BB974-FD75-0303-8FBE-56D4DFC4209D}"/>
              </a:ext>
            </a:extLst>
          </p:cNvPr>
          <p:cNvSpPr txBox="1"/>
          <p:nvPr/>
        </p:nvSpPr>
        <p:spPr>
          <a:xfrm>
            <a:off x="581190" y="4361691"/>
            <a:ext cx="8858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If you see a definition: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Write it down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Write down what its context is in the larger scope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E.G. ServiceNow is often just one piece in an enterprise system.  An organization may have many off-the-shelf software products that may integrate with ServiceNow.</a:t>
            </a:r>
          </a:p>
        </p:txBody>
      </p:sp>
    </p:spTree>
    <p:extLst>
      <p:ext uri="{BB962C8B-B14F-4D97-AF65-F5344CB8AC3E}">
        <p14:creationId xmlns:p14="http://schemas.microsoft.com/office/powerpoint/2010/main" val="387037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Demo – 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</TotalTime>
  <Words>287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Gill Sans MT</vt:lpstr>
      <vt:lpstr>Wingdings</vt:lpstr>
      <vt:lpstr>Wingdings 2</vt:lpstr>
      <vt:lpstr>Dividend</vt:lpstr>
      <vt:lpstr>Welcome To Training</vt:lpstr>
      <vt:lpstr>Overview</vt:lpstr>
      <vt:lpstr>Introductions</vt:lpstr>
      <vt:lpstr>What to Expect</vt:lpstr>
      <vt:lpstr>How to Excel in this Course</vt:lpstr>
      <vt:lpstr>Challenge Demo – How to Excel in this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587</cp:revision>
  <dcterms:created xsi:type="dcterms:W3CDTF">2025-02-12T19:53:45Z</dcterms:created>
  <dcterms:modified xsi:type="dcterms:W3CDTF">2025-09-19T19:34:59Z</dcterms:modified>
</cp:coreProperties>
</file>