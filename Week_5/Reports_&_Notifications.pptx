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380" r:id="rId3"/>
    <p:sldId id="381" r:id="rId4"/>
    <p:sldId id="382" r:id="rId5"/>
    <p:sldId id="388" r:id="rId6"/>
    <p:sldId id="383" r:id="rId7"/>
    <p:sldId id="384" r:id="rId8"/>
    <p:sldId id="389" r:id="rId9"/>
    <p:sldId id="393" r:id="rId10"/>
    <p:sldId id="385" r:id="rId11"/>
    <p:sldId id="386" r:id="rId12"/>
    <p:sldId id="391" r:id="rId13"/>
    <p:sldId id="392" r:id="rId14"/>
    <p:sldId id="390" r:id="rId15"/>
    <p:sldId id="394" r:id="rId16"/>
    <p:sldId id="387" r:id="rId17"/>
    <p:sldId id="379" r:id="rId18"/>
    <p:sldId id="395" r:id="rId19"/>
    <p:sldId id="396" r:id="rId20"/>
    <p:sldId id="397" r:id="rId21"/>
    <p:sldId id="398" r:id="rId22"/>
    <p:sldId id="378" r:id="rId23"/>
    <p:sldId id="400" r:id="rId24"/>
    <p:sldId id="399" r:id="rId25"/>
    <p:sldId id="402" r:id="rId26"/>
    <p:sldId id="40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3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8EF453-3095-AE8A-2F6D-B0378CA79EC1}" v="28" dt="2025-06-02T16:07:27.587"/>
    <p1510:client id="{DEF17522-F9FC-8578-697D-16CF15692E13}" v="5" dt="2025-06-03T14:51:56.486"/>
  </p1510:revLst>
</p1510:revInfo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250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9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113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877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375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509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248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988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299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710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716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061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55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615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Platform Analytics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F2A83-EBA5-32C2-1DF9-D54DAD376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Visualizations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0176E1-14FC-891A-AAE5-113C55A8ED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2" y="1971243"/>
            <a:ext cx="11029617" cy="4381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051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384E5-A350-8398-C845-ABAE5ED93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Visualizations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F0C38F-30E1-856A-32B0-187B6DAED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7447" y="2168370"/>
            <a:ext cx="9117106" cy="46896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EF74CB1-ADF5-7C5B-6D3F-C5CE05625301}"/>
              </a:ext>
            </a:extLst>
          </p:cNvPr>
          <p:cNvSpPr txBox="1"/>
          <p:nvPr/>
        </p:nvSpPr>
        <p:spPr>
          <a:xfrm>
            <a:off x="3450500" y="1799038"/>
            <a:ext cx="5291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All &gt; Platform Analytics &gt; Library &gt; Data Visualizations</a:t>
            </a:r>
          </a:p>
        </p:txBody>
      </p:sp>
    </p:spTree>
    <p:extLst>
      <p:ext uri="{BB962C8B-B14F-4D97-AF65-F5344CB8AC3E}">
        <p14:creationId xmlns:p14="http://schemas.microsoft.com/office/powerpoint/2010/main" val="2165977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C6DCA-D2DA-CAE4-2A14-5F353117E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 Designer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A53ACB-594B-1092-8254-91950B6D2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608" y="1899812"/>
            <a:ext cx="10346784" cy="4895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389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2CFA1-26F2-A14C-FC57-F82343CD1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Scheduling Reports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36E68-9FC6-937A-E96E-F5311CFDCE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180496"/>
            <a:ext cx="6755273" cy="3678303"/>
          </a:xfrm>
        </p:spPr>
        <p:txBody>
          <a:bodyPr/>
          <a:lstStyle/>
          <a:p>
            <a:r>
              <a:rPr lang="en-US" dirty="0"/>
              <a:t>We schedule our reports to be emailed to others</a:t>
            </a:r>
          </a:p>
          <a:p>
            <a:r>
              <a:rPr lang="en-US" dirty="0"/>
              <a:t>Reports can be exported as </a:t>
            </a:r>
            <a:r>
              <a:rPr lang="en-US" dirty="0" err="1"/>
              <a:t>powerpoint</a:t>
            </a:r>
            <a:r>
              <a:rPr lang="en-US" dirty="0"/>
              <a:t>, </a:t>
            </a:r>
            <a:r>
              <a:rPr lang="en-US" dirty="0" err="1"/>
              <a:t>png</a:t>
            </a:r>
            <a:r>
              <a:rPr lang="en-US" dirty="0"/>
              <a:t>, and more</a:t>
            </a:r>
          </a:p>
          <a:p>
            <a:r>
              <a:rPr lang="en-US" dirty="0"/>
              <a:t>View scheduled reports at: </a:t>
            </a:r>
            <a:br>
              <a:rPr lang="en-US" dirty="0"/>
            </a:br>
            <a:r>
              <a:rPr lang="en-US" dirty="0"/>
              <a:t>Platform Analytics &gt; Library &gt; Scheduled Export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FE729F-7698-2F3D-544A-0E30A47609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9424" y="2236515"/>
            <a:ext cx="3343742" cy="2905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498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1D6DC-34B4-5F60-7358-163F5911D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 Designer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B82A62-F8A6-8DA1-928F-C19C083EA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529" y="1833302"/>
            <a:ext cx="10174941" cy="4897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516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DDC08-ACFB-27C5-73A9-E2294FE1B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Filters &amp; Predefined Conditions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39A087-3EA9-CD20-7D9A-9006BB522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117" y="1829318"/>
            <a:ext cx="10219765" cy="5028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0512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95A05-8FBB-04C9-C065-A36ECECD2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ways to Create Visualizations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C8A46-8881-2584-59F3-22E4A9055F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5787709" cy="3678303"/>
          </a:xfrm>
        </p:spPr>
        <p:txBody>
          <a:bodyPr/>
          <a:lstStyle/>
          <a:p>
            <a:r>
              <a:rPr lang="en-US" dirty="0"/>
              <a:t>Don’t forget you can quickly create charts right from the column context menu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745859-480D-C02E-6CA7-FB63994B33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9517" y="2846386"/>
            <a:ext cx="2705478" cy="214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267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4E9E1-8720-E00F-FBC7-9A8F4F6EE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C5E51-99B8-22CF-CAAC-878155A2F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3BAD6-ADE0-71B4-695F-8BB6FBFB89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8730" y="2388700"/>
            <a:ext cx="5192079" cy="2842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Scenario: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 Data Visualization that displays a dial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The dial should have the count of all Incident records within the last 3 months that have a critical priority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Schedule to share your report as a PowerPoint file every month on the 1rst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DE16A90-A5A1-54B9-6A64-465AE169190F}"/>
              </a:ext>
            </a:extLst>
          </p:cNvPr>
          <p:cNvSpPr txBox="1">
            <a:spLocks/>
          </p:cNvSpPr>
          <p:nvPr/>
        </p:nvSpPr>
        <p:spPr>
          <a:xfrm>
            <a:off x="903921" y="2262799"/>
            <a:ext cx="4869350" cy="14844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b="1" dirty="0"/>
              <a:t>Goal: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 Data Visualization</a:t>
            </a:r>
          </a:p>
        </p:txBody>
      </p:sp>
    </p:spTree>
    <p:extLst>
      <p:ext uri="{BB962C8B-B14F-4D97-AF65-F5344CB8AC3E}">
        <p14:creationId xmlns:p14="http://schemas.microsoft.com/office/powerpoint/2010/main" val="24265899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1F286-9779-C369-E8FF-859BB8087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1E4FC4-9911-DF92-0137-9969DE3C8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97" y="2394779"/>
            <a:ext cx="10941005" cy="43462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61AA2E-828B-B6D1-002B-06E84C93B231}"/>
              </a:ext>
            </a:extLst>
          </p:cNvPr>
          <p:cNvSpPr txBox="1"/>
          <p:nvPr/>
        </p:nvSpPr>
        <p:spPr>
          <a:xfrm>
            <a:off x="2268124" y="2025447"/>
            <a:ext cx="7655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Another example: The Incident Management dashboard at ‘Incident &gt; Overview’</a:t>
            </a:r>
          </a:p>
        </p:txBody>
      </p:sp>
    </p:spTree>
    <p:extLst>
      <p:ext uri="{BB962C8B-B14F-4D97-AF65-F5344CB8AC3E}">
        <p14:creationId xmlns:p14="http://schemas.microsoft.com/office/powerpoint/2010/main" val="7618129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A2FB1-B7CF-3B60-FFD1-97EA84A8B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Visualizations to Dashboards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FA11F0-6D1B-9FD1-0BFE-BFB7395E7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508" y="1924654"/>
            <a:ext cx="8634984" cy="4805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3757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5723B-84DA-245E-0F30-71A27B03D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Certified Dashboards/Visualizations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A2652-3F19-3182-7942-42B022A158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4129031" cy="3678303"/>
          </a:xfrm>
        </p:spPr>
        <p:txBody>
          <a:bodyPr/>
          <a:lstStyle/>
          <a:p>
            <a:r>
              <a:rPr lang="en-US" dirty="0"/>
              <a:t>Certified Dashboards or Data Visualizations represent high quality </a:t>
            </a:r>
          </a:p>
          <a:p>
            <a:r>
              <a:rPr lang="en-US" dirty="0"/>
              <a:t>The certification may only be applied by an admin and this status appears in the Analytics Center module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1CAF7B-BB56-D0DC-2880-30B75ED814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5746" y="2534110"/>
            <a:ext cx="6535062" cy="3324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271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01A5B-97F9-672E-EF0C-E5D89F8FE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Sharing Dashboards/Visualizations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B87B4-8D11-534C-DB98-A0A5C6EB4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5287980" cy="3678303"/>
          </a:xfrm>
        </p:spPr>
        <p:txBody>
          <a:bodyPr/>
          <a:lstStyle/>
          <a:p>
            <a:r>
              <a:rPr lang="en-US" dirty="0"/>
              <a:t>Sharing access to Data Visualizations &amp; Dashboards is very similar</a:t>
            </a:r>
          </a:p>
          <a:p>
            <a:r>
              <a:rPr lang="en-US" dirty="0"/>
              <a:t>They both allow you to share with users, groups, or roles</a:t>
            </a:r>
          </a:p>
          <a:p>
            <a:r>
              <a:rPr lang="en-US" dirty="0"/>
              <a:t>Permissions on both are on a ‘Viewer’ or ‘Editor’ basis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31FCEC-CCBE-BA7A-906D-6DCB9CEBAC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778" y="2757237"/>
            <a:ext cx="3998597" cy="2744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2765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57145-2DD3-0295-286D-467720454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Analytics Center Module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3DD9AB-C471-3701-A190-AD77DD12E2E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558141" y="1956860"/>
            <a:ext cx="4724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All &gt; Platform Analytics &gt; Analytics Center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DE6ECC-2061-B342-4882-DAE29F4ACA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703" y="2446768"/>
            <a:ext cx="9023497" cy="4411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3253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A16FD-0D29-1577-7980-9F6EB4B96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B0EF6-CEDD-BDAF-715C-87AAD0483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D66AF-ED00-A630-F837-775DFCC6C3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8730" y="2388700"/>
            <a:ext cx="5192079" cy="22151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Scenario: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 Dashboard, and include your Data Visualization on it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Share the dashboard with Abel Tuter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C3E3BFF-A73B-3E30-D77E-650B35040D1F}"/>
              </a:ext>
            </a:extLst>
          </p:cNvPr>
          <p:cNvSpPr txBox="1">
            <a:spLocks/>
          </p:cNvSpPr>
          <p:nvPr/>
        </p:nvSpPr>
        <p:spPr>
          <a:xfrm>
            <a:off x="903921" y="2262799"/>
            <a:ext cx="4869350" cy="14844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b="1" dirty="0"/>
              <a:t>Goal: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 Dashboard</a:t>
            </a:r>
          </a:p>
        </p:txBody>
      </p:sp>
    </p:spTree>
    <p:extLst>
      <p:ext uri="{BB962C8B-B14F-4D97-AF65-F5344CB8AC3E}">
        <p14:creationId xmlns:p14="http://schemas.microsoft.com/office/powerpoint/2010/main" val="37372811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855E9-3AF9-9741-5455-5A55A20D8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One-Time Reporting vs Performance Analytics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8F80CB-47D8-32A2-73F6-FA25BAC87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2471366"/>
            <a:ext cx="9296399" cy="43409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947A19E-AE8A-F039-C99D-FC1A9A566DFD}"/>
              </a:ext>
            </a:extLst>
          </p:cNvPr>
          <p:cNvSpPr txBox="1"/>
          <p:nvPr/>
        </p:nvSpPr>
        <p:spPr>
          <a:xfrm>
            <a:off x="655823" y="1836665"/>
            <a:ext cx="108803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This is a paid feature but may come up in CSA</a:t>
            </a:r>
          </a:p>
          <a:p>
            <a:pPr algn="ctr"/>
            <a:r>
              <a:rPr lang="en-US" dirty="0"/>
              <a:t>Remember: One-time reporting shows, where are we today? While performance analytics reveals trends over time.</a:t>
            </a:r>
          </a:p>
        </p:txBody>
      </p:sp>
    </p:spTree>
    <p:extLst>
      <p:ext uri="{BB962C8B-B14F-4D97-AF65-F5344CB8AC3E}">
        <p14:creationId xmlns:p14="http://schemas.microsoft.com/office/powerpoint/2010/main" val="20330549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642FE-68EB-508C-7EFE-2DEF82EC7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587C6-7008-EB9F-8546-5E755E937B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Notifications</a:t>
            </a:r>
          </a:p>
        </p:txBody>
      </p:sp>
    </p:spTree>
    <p:extLst>
      <p:ext uri="{BB962C8B-B14F-4D97-AF65-F5344CB8AC3E}">
        <p14:creationId xmlns:p14="http://schemas.microsoft.com/office/powerpoint/2010/main" val="34239375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EA3EA-CD29-8B0D-5E76-9F8CA8685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Email Notifications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BB7E18-A776-7004-529C-4084D7A44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212" y="1971259"/>
            <a:ext cx="10013576" cy="47970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8C51C46-58CB-5074-1564-0C4C4CAF7F9D}"/>
              </a:ext>
            </a:extLst>
          </p:cNvPr>
          <p:cNvSpPr txBox="1"/>
          <p:nvPr/>
        </p:nvSpPr>
        <p:spPr>
          <a:xfrm>
            <a:off x="6253384" y="1861313"/>
            <a:ext cx="48494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All &gt; System Notifications &gt; Email &gt; Notifications</a:t>
            </a:r>
          </a:p>
          <a:p>
            <a:r>
              <a:rPr lang="en-US" dirty="0"/>
              <a:t>All &gt; System Mailboxes &gt; Outbound &gt; Outbox</a:t>
            </a:r>
          </a:p>
        </p:txBody>
      </p:sp>
    </p:spTree>
    <p:extLst>
      <p:ext uri="{BB962C8B-B14F-4D97-AF65-F5344CB8AC3E}">
        <p14:creationId xmlns:p14="http://schemas.microsoft.com/office/powerpoint/2010/main" val="33073543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A53CB-33F5-438E-58C2-4D5AFDDBD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Notifications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C2988B-8731-F236-2D9D-F28D5E1689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129" y="2469171"/>
            <a:ext cx="11241741" cy="3289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1736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9CE94-76FA-20D9-415D-A86904A68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Email Templates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8E16EB-9AA4-819A-B902-BE25F6E6CF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529" y="2047497"/>
            <a:ext cx="8650941" cy="4434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7074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310D1-A175-C56F-D0DB-DE5E9FFDB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Subscriptions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B7A4BC-8289-A488-29DF-1E52934115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2" y="2438306"/>
            <a:ext cx="4995310" cy="35159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AC567B-DF77-6656-693F-BEA54FA64F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017058"/>
            <a:ext cx="4348492" cy="4518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2909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7D0CA-F9AE-B516-2C0A-2E32C66DC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FA3AC-F63D-52E2-BB9C-6ACFF627B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76976-544E-D66E-5CE1-3C91D93ED6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8730" y="2388698"/>
            <a:ext cx="5192079" cy="19860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Scenario: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The admin should get a notification whenever a major incident has been created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Check the outbox to verify the notification was sent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278BB07-8A9D-0F81-F7D8-908F197B3356}"/>
              </a:ext>
            </a:extLst>
          </p:cNvPr>
          <p:cNvSpPr txBox="1">
            <a:spLocks/>
          </p:cNvSpPr>
          <p:nvPr/>
        </p:nvSpPr>
        <p:spPr>
          <a:xfrm>
            <a:off x="903921" y="2262799"/>
            <a:ext cx="4869350" cy="14844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b="1" dirty="0"/>
              <a:t>Goal: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an Email Notification</a:t>
            </a:r>
          </a:p>
        </p:txBody>
      </p:sp>
    </p:spTree>
    <p:extLst>
      <p:ext uri="{BB962C8B-B14F-4D97-AF65-F5344CB8AC3E}">
        <p14:creationId xmlns:p14="http://schemas.microsoft.com/office/powerpoint/2010/main" val="31449470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8A3AE-0AD5-18DB-F5A3-085AEEEC2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 Registry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1C289-FB06-84B8-F81B-AE08CC90B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5514808" cy="1136445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Events are created and managed at the event registry</a:t>
            </a:r>
          </a:p>
          <a:p>
            <a:r>
              <a:rPr lang="en-US" dirty="0"/>
              <a:t>These can be fired from a Flow</a:t>
            </a:r>
          </a:p>
          <a:p>
            <a:r>
              <a:rPr lang="en-US" dirty="0"/>
              <a:t>Found at:</a:t>
            </a:r>
            <a:br>
              <a:rPr lang="en-US" dirty="0"/>
            </a:br>
            <a:r>
              <a:rPr lang="en-US" dirty="0"/>
              <a:t>All &gt; System Policy &gt; Events &gt; Registry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BC4672-50B9-25CD-363A-03C27D2F0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517" y="3781481"/>
            <a:ext cx="4252170" cy="21896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E5AE0C-A879-4529-6713-D791247E98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7779" y="2420216"/>
            <a:ext cx="4934861" cy="3443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9866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867C6-B7E4-2963-1EE1-6D908A767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Notifications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1EB5D-82DE-551A-6117-8D7A46220C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3372242" cy="4067904"/>
          </a:xfrm>
        </p:spPr>
        <p:txBody>
          <a:bodyPr>
            <a:normAutofit/>
          </a:bodyPr>
          <a:lstStyle/>
          <a:p>
            <a:r>
              <a:rPr lang="en-US" dirty="0"/>
              <a:t>System Notifications are different than email notifications</a:t>
            </a:r>
          </a:p>
          <a:p>
            <a:r>
              <a:rPr lang="en-US" dirty="0"/>
              <a:t>System Notifications integrate with the Next Experience, and can be triggered from system events</a:t>
            </a:r>
          </a:p>
          <a:p>
            <a:r>
              <a:rPr lang="en-US" dirty="0"/>
              <a:t>[</a:t>
            </a:r>
            <a:r>
              <a:rPr lang="en-US" dirty="0" err="1"/>
              <a:t>sys_notification</a:t>
            </a:r>
            <a:r>
              <a:rPr lang="en-US" dirty="0"/>
              <a:t>] vs [</a:t>
            </a:r>
            <a:r>
              <a:rPr lang="en-US" dirty="0" err="1"/>
              <a:t>sysevent_email_action</a:t>
            </a:r>
            <a:r>
              <a:rPr lang="en-US" dirty="0"/>
              <a:t>]</a:t>
            </a:r>
          </a:p>
          <a:p>
            <a:r>
              <a:rPr lang="en-US" dirty="0"/>
              <a:t>System Notifications found at:</a:t>
            </a:r>
            <a:br>
              <a:rPr lang="en-US" dirty="0"/>
            </a:br>
            <a:r>
              <a:rPr lang="en-US" dirty="0"/>
              <a:t>All &gt; System Notification &gt; Provider &gt; Notifications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6954D1-79D7-EDD0-EBB2-798B4C172D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5462" y="1896297"/>
            <a:ext cx="7525345" cy="30654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613DA69-6F08-7603-E95B-D1C90C95D2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6164" y="5052912"/>
            <a:ext cx="6924657" cy="1611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0624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11E50-82CB-FCCA-88B9-CBD5C4DC2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Field Data in Notifications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BA000-A5D2-2DC2-D103-1ADE0165CD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0298" y="2049020"/>
            <a:ext cx="6285773" cy="768891"/>
          </a:xfrm>
        </p:spPr>
        <p:txBody>
          <a:bodyPr/>
          <a:lstStyle/>
          <a:p>
            <a:r>
              <a:rPr lang="en-US" dirty="0"/>
              <a:t>We can inject field data into the content of our notification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887F0D-DF92-D021-0FA1-52A5EA825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9541" y="3150976"/>
            <a:ext cx="3134162" cy="33532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BFEB7C-D842-5B5A-0F5A-897C3A6D38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4325" y="3150976"/>
            <a:ext cx="3878136" cy="3004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4173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22444-4ECE-E086-57E5-A274B2792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F1EC3-56D3-18C6-0A22-9DA974E81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D31C3-5D7F-21F6-C6A3-DDE4D173C7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8730" y="2388697"/>
            <a:ext cx="5192079" cy="29811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Scenario: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Once a trainer has been assigned to a delivery, they should get a custom bell notification in the next experience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The notification should tell the trainer:</a:t>
            </a:r>
          </a:p>
          <a:p>
            <a:pPr marL="629435" lvl="1" indent="-305435"/>
            <a:r>
              <a:rPr lang="en-US" dirty="0">
                <a:ea typeface="+mn-lt"/>
                <a:cs typeface="+mn-lt"/>
              </a:rPr>
              <a:t>The delivery number</a:t>
            </a:r>
          </a:p>
          <a:p>
            <a:pPr marL="629435" lvl="1" indent="-305435"/>
            <a:r>
              <a:rPr lang="en-US" dirty="0">
                <a:ea typeface="+mn-lt"/>
                <a:cs typeface="+mn-lt"/>
              </a:rPr>
              <a:t>The capability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DB0D04E-DBD3-EE5F-28AE-3E7B978C27CF}"/>
              </a:ext>
            </a:extLst>
          </p:cNvPr>
          <p:cNvSpPr txBox="1">
            <a:spLocks/>
          </p:cNvSpPr>
          <p:nvPr/>
        </p:nvSpPr>
        <p:spPr>
          <a:xfrm>
            <a:off x="903921" y="2262799"/>
            <a:ext cx="4869350" cy="14844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b="1" dirty="0"/>
              <a:t>Goal: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 Next Experience notification</a:t>
            </a:r>
          </a:p>
        </p:txBody>
      </p:sp>
    </p:spTree>
    <p:extLst>
      <p:ext uri="{BB962C8B-B14F-4D97-AF65-F5344CB8AC3E}">
        <p14:creationId xmlns:p14="http://schemas.microsoft.com/office/powerpoint/2010/main" val="22265494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docMetadata/LabelInfo.xml><?xml version="1.0" encoding="utf-8"?>
<clbl:labelList xmlns:clbl="http://schemas.microsoft.com/office/2020/mipLabelMetadata">
  <clbl:label id="{6b63e28a-a8f9-47b5-aa40-97e231215164}" enabled="0" method="" siteId="{6b63e28a-a8f9-47b5-aa40-97e23121516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16108</TotalTime>
  <Words>481</Words>
  <Application>Microsoft Office PowerPoint</Application>
  <PresentationFormat>Widescreen</PresentationFormat>
  <Paragraphs>73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Gill Sans MT</vt:lpstr>
      <vt:lpstr>Wingdings 2</vt:lpstr>
      <vt:lpstr>Dividend</vt:lpstr>
      <vt:lpstr>Platform Analytics</vt:lpstr>
      <vt:lpstr>Data Visualizations</vt:lpstr>
      <vt:lpstr>Data Visualizations</vt:lpstr>
      <vt:lpstr>Visualization Designer</vt:lpstr>
      <vt:lpstr>Scheduling Reports</vt:lpstr>
      <vt:lpstr>Visualization Designer</vt:lpstr>
      <vt:lpstr>Filters &amp; Predefined Conditions</vt:lpstr>
      <vt:lpstr>Other ways to Create Visualizations</vt:lpstr>
      <vt:lpstr>Challenge</vt:lpstr>
      <vt:lpstr>Dashboards</vt:lpstr>
      <vt:lpstr>Add Visualizations to Dashboards</vt:lpstr>
      <vt:lpstr>Certified Dashboards/Visualizations</vt:lpstr>
      <vt:lpstr>Sharing Dashboards/Visualizations</vt:lpstr>
      <vt:lpstr>Analytics Center Module</vt:lpstr>
      <vt:lpstr>Challenge</vt:lpstr>
      <vt:lpstr>One-Time Reporting vs Performance Analytics</vt:lpstr>
      <vt:lpstr>Notifications</vt:lpstr>
      <vt:lpstr>Email Notifications</vt:lpstr>
      <vt:lpstr>Creating Notifications</vt:lpstr>
      <vt:lpstr>Email Templates</vt:lpstr>
      <vt:lpstr>Subscriptions</vt:lpstr>
      <vt:lpstr>Challenge</vt:lpstr>
      <vt:lpstr>Event Registry</vt:lpstr>
      <vt:lpstr>System Notifications</vt:lpstr>
      <vt:lpstr>Dynamic Field Data in Notifications</vt:lpstr>
      <vt:lpstr>Challenge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Wilson</dc:creator>
  <cp:lastModifiedBy>Ethan Wilson</cp:lastModifiedBy>
  <cp:revision>618</cp:revision>
  <dcterms:created xsi:type="dcterms:W3CDTF">2025-02-12T19:53:45Z</dcterms:created>
  <dcterms:modified xsi:type="dcterms:W3CDTF">2025-10-24T15:53:02Z</dcterms:modified>
</cp:coreProperties>
</file>